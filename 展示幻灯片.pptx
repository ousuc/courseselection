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066" y="5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C1DC8-5A47-7295-D0E5-4C331A5E9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760" y="152400"/>
            <a:ext cx="9144000" cy="2387600"/>
          </a:xfrm>
        </p:spPr>
        <p:txBody>
          <a:bodyPr/>
          <a:lstStyle/>
          <a:p>
            <a:r>
              <a:rPr lang="zh-CN" altLang="en-US" dirty="0"/>
              <a:t>选课系统展示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3B4D83-2DB6-C5AF-0FC6-F239F25F1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760" y="3794920"/>
            <a:ext cx="9144000" cy="1655762"/>
          </a:xfrm>
        </p:spPr>
        <p:txBody>
          <a:bodyPr/>
          <a:lstStyle/>
          <a:p>
            <a:r>
              <a:rPr lang="zh-CN" altLang="en-US" dirty="0"/>
              <a:t>参与人员：</a:t>
            </a:r>
            <a:br>
              <a:rPr lang="en-US" altLang="zh-CN" dirty="0"/>
            </a:br>
            <a:r>
              <a:rPr lang="zh-CN" altLang="en-US" dirty="0"/>
              <a:t>张迅福 </a:t>
            </a:r>
            <a:r>
              <a:rPr lang="en-US" altLang="zh-CN" dirty="0"/>
              <a:t>2024051604037</a:t>
            </a:r>
            <a:br>
              <a:rPr lang="en-US" altLang="zh-CN" dirty="0"/>
            </a:br>
            <a:r>
              <a:rPr lang="zh-CN" altLang="en-US" dirty="0"/>
              <a:t>吴永超 </a:t>
            </a:r>
            <a:r>
              <a:rPr lang="en-US" altLang="zh-CN" dirty="0"/>
              <a:t>2024051604036</a:t>
            </a:r>
            <a:br>
              <a:rPr lang="en-US" altLang="zh-CN" dirty="0"/>
            </a:br>
            <a:r>
              <a:rPr lang="zh-CN" altLang="en-US" dirty="0"/>
              <a:t>林健华 </a:t>
            </a:r>
            <a:r>
              <a:rPr lang="en-US" altLang="zh-CN" dirty="0"/>
              <a:t>2024051604112</a:t>
            </a:r>
          </a:p>
        </p:txBody>
      </p:sp>
    </p:spTree>
    <p:extLst>
      <p:ext uri="{BB962C8B-B14F-4D97-AF65-F5344CB8AC3E}">
        <p14:creationId xmlns:p14="http://schemas.microsoft.com/office/powerpoint/2010/main" val="2396495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2DFE2-89BA-EDC9-D59C-6AFE5F54D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99EF64-AA0A-EAF0-5E35-8428BEFAA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吴永超： 逻辑层和</a:t>
            </a:r>
            <a:r>
              <a:rPr lang="en-US" altLang="zh-CN" dirty="0"/>
              <a:t>UI</a:t>
            </a:r>
            <a:r>
              <a:rPr lang="zh-CN" altLang="en-US" dirty="0"/>
              <a:t>层 ， 大多数时间编写代码</a:t>
            </a:r>
            <a:endParaRPr lang="en-US" altLang="zh-CN" dirty="0"/>
          </a:p>
          <a:p>
            <a:r>
              <a:rPr lang="zh-CN" altLang="en-US" dirty="0"/>
              <a:t>张迅福：数据库和</a:t>
            </a:r>
            <a:r>
              <a:rPr lang="en-US" altLang="zh-CN" dirty="0" err="1"/>
              <a:t>github</a:t>
            </a:r>
            <a:r>
              <a:rPr lang="zh-CN" altLang="en-US" dirty="0"/>
              <a:t>主仓库维护 ， 大多数时间处理代码冲突</a:t>
            </a:r>
            <a:endParaRPr lang="en-US" altLang="zh-CN" dirty="0"/>
          </a:p>
          <a:p>
            <a:r>
              <a:rPr lang="zh-CN" altLang="en-US" dirty="0"/>
              <a:t>林健华：领域层和整体接口交互 ， 大多数时间设计总体代码思路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00176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70EB25-0CBC-94E0-FB0A-8A2DA2E0D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讨论情况（总体设计方向）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2AEF62-E24B-2F3E-B245-C07FD7F2E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第一次开会总体确立方针，即每个人开发什么是最优解</a:t>
            </a:r>
            <a:endParaRPr lang="en-US" altLang="zh-CN" dirty="0"/>
          </a:p>
          <a:p>
            <a:r>
              <a:rPr lang="zh-CN" altLang="en-US" dirty="0"/>
              <a:t>第二次开会集体删除了秘书类，因为这个功能在老师方面有重叠，准备下一次版本发布书写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在这两次开会，还有一些小插曲讨论，其中关键词最多的就是</a:t>
            </a:r>
            <a:r>
              <a:rPr lang="en-US" altLang="zh-CN" dirty="0"/>
              <a:t>vibe coding</a:t>
            </a:r>
            <a:r>
              <a:rPr lang="zh-CN" altLang="en-US" dirty="0"/>
              <a:t>的问题</a:t>
            </a:r>
            <a:br>
              <a:rPr lang="en-US" altLang="zh-CN" dirty="0"/>
            </a:br>
            <a:r>
              <a:rPr lang="zh-CN" altLang="en-US" dirty="0"/>
              <a:t>如何能正确使用</a:t>
            </a:r>
            <a:r>
              <a:rPr lang="en-US" altLang="zh-CN" dirty="0"/>
              <a:t>AI</a:t>
            </a:r>
            <a:r>
              <a:rPr lang="zh-CN" altLang="en-US" dirty="0"/>
              <a:t>，或者利用</a:t>
            </a:r>
            <a:r>
              <a:rPr lang="en-US" altLang="zh-CN" dirty="0"/>
              <a:t>AI</a:t>
            </a:r>
            <a:r>
              <a:rPr lang="zh-CN" altLang="en-US" dirty="0"/>
              <a:t>帮助我们更好的解决问题。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76730720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149</Words>
  <Application>Microsoft Office PowerPoint</Application>
  <PresentationFormat>宽屏</PresentationFormat>
  <Paragraphs>12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Calibri</vt:lpstr>
      <vt:lpstr>WPS</vt:lpstr>
      <vt:lpstr>选课系统展示</vt:lpstr>
      <vt:lpstr>分工</vt:lpstr>
      <vt:lpstr>讨论情况（总体设计方向）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zinc aluminum</dc:creator>
  <cp:lastModifiedBy>zinc aluminum</cp:lastModifiedBy>
  <cp:revision>6</cp:revision>
  <dcterms:created xsi:type="dcterms:W3CDTF">2023-08-09T12:44:00Z</dcterms:created>
  <dcterms:modified xsi:type="dcterms:W3CDTF">2026-01-19T02:14:20Z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